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92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Zomato Order Analytics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Food Delivery Data Analysis Project</a:t>
            </a:r>
          </a:p>
          <a:p>
            <a:r>
              <a:t>Tools: Excel, Tableau</a:t>
            </a:r>
          </a:p>
          <a:p>
            <a:r>
              <a:t>Prepared by: Ishika Verma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Analyze food delivery order data</a:t>
            </a:r>
          </a:p>
          <a:p>
            <a:r>
              <a:rPr dirty="0"/>
              <a:t> Understand city-wise performance</a:t>
            </a:r>
          </a:p>
          <a:p>
            <a:r>
              <a:rPr dirty="0"/>
              <a:t> Evaluate revenue and order trends</a:t>
            </a:r>
          </a:p>
          <a:p>
            <a:r>
              <a:rPr dirty="0"/>
              <a:t> Identify customer behavior patterns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Dataset includes:</a:t>
            </a:r>
          </a:p>
          <a:p>
            <a:r>
              <a:rPr dirty="0"/>
              <a:t> Order ID</a:t>
            </a:r>
          </a:p>
          <a:p>
            <a:r>
              <a:rPr dirty="0"/>
              <a:t> Order Date</a:t>
            </a:r>
          </a:p>
          <a:p>
            <a:r>
              <a:rPr dirty="0"/>
              <a:t> City</a:t>
            </a:r>
          </a:p>
          <a:p>
            <a:r>
              <a:rPr dirty="0"/>
              <a:t> Order Value</a:t>
            </a:r>
          </a:p>
          <a:p>
            <a:r>
              <a:rPr dirty="0"/>
              <a:t> User Type (New / Repeat)</a:t>
            </a:r>
          </a:p>
          <a:p>
            <a:endParaRPr dirty="0"/>
          </a:p>
          <a:p>
            <a:r>
              <a:rPr dirty="0"/>
              <a:t>Tools Used:</a:t>
            </a:r>
          </a:p>
          <a:p>
            <a:r>
              <a:rPr dirty="0"/>
              <a:t> Microsoft Excel (data cleaning)</a:t>
            </a:r>
          </a:p>
          <a:p>
            <a:r>
              <a:rPr dirty="0"/>
              <a:t> Tableau Public (dashboard &amp; KPIs)</a:t>
            </a:r>
            <a:endParaRPr lang="en-US" dirty="0"/>
          </a:p>
          <a:p>
            <a:r>
              <a:rPr lang="en-IN" dirty="0"/>
              <a:t>https://public.tableau.com/app/profile/ishika.verma5181/viz/ZomatoOrderAnalyticsDashboard/Dashboard1?publish=yes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 (KPIs)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Total Orders – Overall demand</a:t>
            </a:r>
          </a:p>
          <a:p>
            <a:r>
              <a:rPr dirty="0"/>
              <a:t> Total Revenue – Financial performance</a:t>
            </a:r>
          </a:p>
          <a:p>
            <a:r>
              <a:rPr dirty="0"/>
              <a:t> Average Order Value (AOV) – Revenue efficiency</a:t>
            </a:r>
          </a:p>
          <a:p>
            <a:r>
              <a:rPr dirty="0"/>
              <a:t> New vs Repeat Users – Retention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Delhi has the highest number of orders</a:t>
            </a:r>
          </a:p>
          <a:p>
            <a:r>
              <a:rPr dirty="0"/>
              <a:t> Mumbai generates higher revenue due to higher AOV</a:t>
            </a:r>
          </a:p>
          <a:p>
            <a:r>
              <a:rPr dirty="0"/>
              <a:t> New users contribute more orders than repeat users</a:t>
            </a:r>
          </a:p>
          <a:p>
            <a:r>
              <a:rPr dirty="0"/>
              <a:t> Orders show variation across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Conclusion:</a:t>
            </a:r>
          </a:p>
          <a:p>
            <a:r>
              <a:rPr dirty="0"/>
              <a:t> Dashboard provides clear business insights</a:t>
            </a:r>
          </a:p>
          <a:p>
            <a:r>
              <a:rPr dirty="0"/>
              <a:t> Helps compare city performance and trends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Future Scope:</a:t>
            </a:r>
          </a:p>
          <a:p>
            <a:r>
              <a:rPr dirty="0"/>
              <a:t> Funnel analysis</a:t>
            </a:r>
          </a:p>
          <a:p>
            <a:r>
              <a:rPr dirty="0"/>
              <a:t> Retention cohorts</a:t>
            </a:r>
          </a:p>
          <a:p>
            <a:r>
              <a:rPr dirty="0"/>
              <a:t> Demand forecasting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212</Words>
  <Application>Microsoft Office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Zomato Order Analytics Dashboard</vt:lpstr>
      <vt:lpstr>Project Objective</vt:lpstr>
      <vt:lpstr>Dataset &amp; Tools Used</vt:lpstr>
      <vt:lpstr>Key Performance Indicators (KPIs)</vt:lpstr>
      <vt:lpstr>Key Insights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Ishika Verma</cp:lastModifiedBy>
  <cp:revision>3</cp:revision>
  <dcterms:created xsi:type="dcterms:W3CDTF">2013-01-27T09:14:16Z</dcterms:created>
  <dcterms:modified xsi:type="dcterms:W3CDTF">2026-01-05T13:59:21Z</dcterms:modified>
  <cp:category/>
</cp:coreProperties>
</file>